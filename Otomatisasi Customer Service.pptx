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84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003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638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5618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164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2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7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86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17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9264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55027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42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52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31353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1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8077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049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47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955984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428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47279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3772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178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52941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95243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693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554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45D68C1-5DDB-4CFD-AB64-FE3118CFD94B}" type="datetimeFigureOut">
              <a:rPr lang="id-ID" smtClean="0"/>
              <a:t>01/10/2026</a:t>
            </a:fld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38F0D02-EE10-4FEC-BCF2-34615655F38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70163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hort-url.cc/1zhAH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6B6A-78AD-6143-4BC0-1FA563751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9246" y="335815"/>
            <a:ext cx="4800600" cy="2762187"/>
          </a:xfrm>
        </p:spPr>
        <p:txBody>
          <a:bodyPr/>
          <a:lstStyle/>
          <a:p>
            <a:r>
              <a:rPr lang="id-ID" dirty="0"/>
              <a:t>Otomatisasi </a:t>
            </a:r>
            <a:r>
              <a:rPr lang="id-ID" dirty="0" err="1"/>
              <a:t>Customer</a:t>
            </a:r>
            <a:r>
              <a:rPr lang="id-ID" dirty="0"/>
              <a:t>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DA3AC-9751-2C85-DD90-C88D1D753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97781"/>
          </a:xfrm>
        </p:spPr>
        <p:txBody>
          <a:bodyPr/>
          <a:lstStyle/>
          <a:p>
            <a:r>
              <a:rPr lang="id-ID" dirty="0"/>
              <a:t>Solusi Penanganan </a:t>
            </a:r>
            <a:r>
              <a:rPr lang="id-ID" dirty="0" err="1"/>
              <a:t>Chat</a:t>
            </a:r>
            <a:r>
              <a:rPr lang="id-ID" dirty="0"/>
              <a:t> 24/7 dan Integrasi Google </a:t>
            </a:r>
            <a:r>
              <a:rPr lang="id-ID" dirty="0" err="1"/>
              <a:t>Sheets</a:t>
            </a:r>
            <a:r>
              <a:rPr lang="id-ID" dirty="0"/>
              <a:t> Menggunakan n8n &amp; AI </a:t>
            </a:r>
            <a:r>
              <a:rPr lang="id-ID" dirty="0" err="1"/>
              <a:t>Agent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9367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2156-876F-4482-90CB-AD69564D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Background</a:t>
            </a:r>
            <a:r>
              <a:rPr lang="id-ID" dirty="0"/>
              <a:t> Masalah &amp; Urgensi Otomatisasi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D6B2-173B-8850-BD1B-B939F30E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Staf </a:t>
            </a:r>
            <a:r>
              <a:rPr lang="id-ID" dirty="0" err="1"/>
              <a:t>Customer</a:t>
            </a:r>
            <a:r>
              <a:rPr lang="id-ID" dirty="0"/>
              <a:t> Service menghabiskan sebagian besar waktunya hanya untuk mengetik balasan yang sama secara berulang-ulang, seperti: "Harganya berapa?", "Ini materi atau </a:t>
            </a:r>
            <a:r>
              <a:rPr lang="id-ID" dirty="0" err="1"/>
              <a:t>template</a:t>
            </a:r>
            <a:r>
              <a:rPr lang="id-ID" dirty="0"/>
              <a:t>?", "Aksesnya selamanya atau berbayar bulanan?", hingga "Cara bayarnya </a:t>
            </a:r>
            <a:r>
              <a:rPr lang="id-ID" dirty="0" err="1"/>
              <a:t>gimana</a:t>
            </a:r>
            <a:r>
              <a:rPr lang="id-ID" dirty="0"/>
              <a:t>?". Hal ini membuat operasional tidak efisien dan memicu kelelahan pada staf (burnout).</a:t>
            </a:r>
          </a:p>
          <a:p>
            <a:endParaRPr lang="en-US" dirty="0"/>
          </a:p>
          <a:p>
            <a:pPr marL="0" indent="0">
              <a:buNone/>
            </a:pPr>
            <a:r>
              <a:rPr lang="id-ID" dirty="0" err="1"/>
              <a:t>Respon</a:t>
            </a:r>
            <a:r>
              <a:rPr lang="id-ID" dirty="0"/>
              <a:t> Instan 24/7 Tanpa Bantuan Manusia:</a:t>
            </a:r>
          </a:p>
          <a:p>
            <a:r>
              <a:rPr lang="id-ID" dirty="0"/>
              <a:t>Bot AI dapat menjawab pertanyaan pelanggan secara cerdas dan akurat dalam hitungan detik kapan saja, sehingga tingkat konversi penjualan dari </a:t>
            </a:r>
            <a:r>
              <a:rPr lang="id-ID" dirty="0" err="1"/>
              <a:t>campaign</a:t>
            </a:r>
            <a:r>
              <a:rPr lang="id-ID" dirty="0"/>
              <a:t> iklan meningkat signifikan.</a:t>
            </a:r>
            <a:r>
              <a:rPr lang="en-US" dirty="0"/>
              <a:t> </a:t>
            </a:r>
            <a:r>
              <a:rPr lang="id-ID" dirty="0"/>
              <a:t>Penghematan Biaya dan Waktu Operasional (</a:t>
            </a:r>
            <a:r>
              <a:rPr lang="id-ID" dirty="0" err="1"/>
              <a:t>Cost</a:t>
            </a:r>
            <a:r>
              <a:rPr lang="id-ID" dirty="0"/>
              <a:t> &amp; </a:t>
            </a:r>
            <a:r>
              <a:rPr lang="id-ID" dirty="0" err="1"/>
              <a:t>Time</a:t>
            </a:r>
            <a:r>
              <a:rPr lang="id-ID" dirty="0"/>
              <a:t> </a:t>
            </a:r>
            <a:r>
              <a:rPr lang="id-ID" dirty="0" err="1"/>
              <a:t>Efficiency</a:t>
            </a:r>
            <a:r>
              <a:rPr lang="id-ID" dirty="0"/>
              <a:t>):</a:t>
            </a:r>
            <a:r>
              <a:rPr lang="en-US" dirty="0"/>
              <a:t> </a:t>
            </a:r>
            <a:r>
              <a:rPr lang="id-ID" dirty="0"/>
              <a:t>Mengurangi beban kerja rutin staf CS, sehingga staf dapat difokuskan pada tugas-tugas lain.</a:t>
            </a:r>
          </a:p>
        </p:txBody>
      </p:sp>
    </p:spTree>
    <p:extLst>
      <p:ext uri="{BB962C8B-B14F-4D97-AF65-F5344CB8AC3E}">
        <p14:creationId xmlns:p14="http://schemas.microsoft.com/office/powerpoint/2010/main" val="33274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871C-D174-5A27-AB96-DCE1F04B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/>
              <a:t>Alur Kampanye Penjualan (Instagram ke Telegram)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AABA-7267-C8A8-6C94-0E4A87F25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Calon pembeli tertarik dengan promo produk (misal: Lisensi </a:t>
            </a:r>
            <a:r>
              <a:rPr lang="id-ID" dirty="0" err="1"/>
              <a:t>Cloud</a:t>
            </a:r>
            <a:r>
              <a:rPr lang="id-ID" dirty="0"/>
              <a:t> </a:t>
            </a:r>
            <a:r>
              <a:rPr lang="id-ID" dirty="0" err="1"/>
              <a:t>Storage</a:t>
            </a:r>
            <a:r>
              <a:rPr lang="id-ID" dirty="0"/>
              <a:t> / E-</a:t>
            </a:r>
            <a:r>
              <a:rPr lang="id-ID" dirty="0" err="1"/>
              <a:t>Course</a:t>
            </a:r>
            <a:r>
              <a:rPr lang="id-ID" dirty="0"/>
              <a:t>).</a:t>
            </a:r>
            <a:endParaRPr lang="en-US" dirty="0"/>
          </a:p>
          <a:p>
            <a:pPr marL="0" lvl="0" indent="0">
              <a:buNone/>
            </a:pPr>
            <a:r>
              <a:rPr lang="id-ID" i="1" dirty="0" err="1"/>
              <a:t>Chat</a:t>
            </a:r>
            <a:r>
              <a:rPr lang="id-ID" i="1" dirty="0"/>
              <a:t> Otomatis Masuk ke Telegram</a:t>
            </a:r>
            <a:r>
              <a:rPr lang="en-US" i="1" dirty="0"/>
              <a:t> </a:t>
            </a:r>
            <a:r>
              <a:rPr lang="id-ID" dirty="0"/>
              <a:t>Pembeli masuk dengan teks terisi otomatis: </a:t>
            </a:r>
            <a:r>
              <a:rPr lang="id-ID" i="1" dirty="0"/>
              <a:t>"Halo Kak! Saya lihat iklan Lisensi </a:t>
            </a:r>
            <a:r>
              <a:rPr lang="id-ID" i="1" dirty="0" err="1"/>
              <a:t>Cloud</a:t>
            </a:r>
            <a:r>
              <a:rPr lang="id-ID" i="1" dirty="0"/>
              <a:t> </a:t>
            </a:r>
            <a:r>
              <a:rPr lang="id-ID" i="1" dirty="0" err="1"/>
              <a:t>Storage</a:t>
            </a:r>
            <a:r>
              <a:rPr lang="id-ID" i="1" dirty="0"/>
              <a:t> Team (1 Tahun) di IG. </a:t>
            </a:r>
            <a:r>
              <a:rPr lang="en-US" i="1" dirty="0"/>
              <a:t> </a:t>
            </a:r>
          </a:p>
          <a:p>
            <a:pPr marL="0" lvl="0" indent="0">
              <a:buNone/>
            </a:pPr>
            <a:r>
              <a:rPr lang="id-ID" i="1" dirty="0"/>
              <a:t>Proses Otomatis AI </a:t>
            </a:r>
            <a:r>
              <a:rPr lang="id-ID" i="1" dirty="0" err="1"/>
              <a:t>Agent</a:t>
            </a:r>
            <a:endParaRPr lang="id-ID" dirty="0"/>
          </a:p>
          <a:p>
            <a:pPr lvl="0"/>
            <a:r>
              <a:rPr lang="id-ID" dirty="0"/>
              <a:t>AI memproses </a:t>
            </a:r>
            <a:r>
              <a:rPr lang="id-ID" dirty="0" err="1"/>
              <a:t>intent</a:t>
            </a:r>
            <a:r>
              <a:rPr lang="id-ID" dirty="0"/>
              <a:t>, memberikan detail harga, lalu mengarahkan ke </a:t>
            </a:r>
            <a:r>
              <a:rPr lang="id-ID" dirty="0" err="1"/>
              <a:t>link</a:t>
            </a:r>
            <a:r>
              <a:rPr lang="id-ID" dirty="0"/>
              <a:t> </a:t>
            </a:r>
            <a:r>
              <a:rPr lang="id-ID" dirty="0" err="1"/>
              <a:t>checkout</a:t>
            </a:r>
            <a:r>
              <a:rPr lang="id-ID" dirty="0"/>
              <a:t> Google </a:t>
            </a:r>
            <a:r>
              <a:rPr lang="id-ID" dirty="0" err="1"/>
              <a:t>Form</a:t>
            </a:r>
            <a:r>
              <a:rPr lang="en-US" dirty="0"/>
              <a:t>  </a:t>
            </a:r>
            <a:r>
              <a:rPr lang="en-US" dirty="0">
                <a:hlinkClick r:id="rId2"/>
              </a:rPr>
              <a:t>https://short-url.cc/1zhAH</a:t>
            </a:r>
            <a:endParaRPr lang="en-US" dirty="0"/>
          </a:p>
          <a:p>
            <a:pPr lvl="0"/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google form,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otomisasi</a:t>
            </a:r>
            <a:r>
              <a:rPr lang="en-US" dirty="0"/>
              <a:t> bot ai </a:t>
            </a:r>
            <a:r>
              <a:rPr lang="en-US" dirty="0" err="1"/>
              <a:t>penjualan</a:t>
            </a:r>
            <a:r>
              <a:rPr lang="en-US" dirty="0"/>
              <a:t>, dan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payment </a:t>
            </a:r>
            <a:r>
              <a:rPr lang="en-US" dirty="0" err="1"/>
              <a:t>getway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proses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24 jam </a:t>
            </a:r>
            <a:r>
              <a:rPr lang="en-US" dirty="0" err="1"/>
              <a:t>untuk</a:t>
            </a:r>
            <a:r>
              <a:rPr lang="en-US" dirty="0"/>
              <a:t> di ACC. </a:t>
            </a:r>
            <a:endParaRPr lang="id-ID" dirty="0"/>
          </a:p>
          <a:p>
            <a:pPr marL="0" lvl="0" indent="0">
              <a:buNone/>
            </a:pPr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9235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A776-1011-8A83-317D-FFCDA66E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/>
              <a:t>Arsitektur n8n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F97F79-2073-49EB-E13D-CBF88A855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8D8B8-F621-2EEC-BC6E-712940540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0" y="2082730"/>
            <a:ext cx="10884225" cy="301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8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97B1-4D78-2674-B6FF-9B8B8F40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/>
              <a:t>Arsitektur n8n: Penyiapan Basis Data (</a:t>
            </a:r>
            <a:r>
              <a:rPr lang="id-ID" dirty="0" err="1"/>
              <a:t>Vector</a:t>
            </a:r>
            <a:r>
              <a:rPr lang="id-ID" dirty="0"/>
              <a:t> Store)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923A-2754-3186-51EE-E45B5BB84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b="1" dirty="0" err="1"/>
              <a:t>Upload</a:t>
            </a:r>
            <a:r>
              <a:rPr lang="id-ID" b="1" dirty="0"/>
              <a:t> FAQ TXT</a:t>
            </a:r>
            <a:r>
              <a:rPr lang="id-ID" dirty="0"/>
              <a:t>: Mengunggah </a:t>
            </a:r>
            <a:r>
              <a:rPr lang="id-ID" dirty="0" err="1"/>
              <a:t>file</a:t>
            </a:r>
            <a:r>
              <a:rPr lang="id-ID" dirty="0"/>
              <a:t> basis data FAQ &amp; katalog produk.</a:t>
            </a:r>
          </a:p>
          <a:p>
            <a:pPr lvl="0"/>
            <a:r>
              <a:rPr lang="id-ID" b="1" dirty="0" err="1"/>
              <a:t>Text</a:t>
            </a:r>
            <a:r>
              <a:rPr lang="id-ID" b="1" dirty="0"/>
              <a:t> </a:t>
            </a:r>
            <a:r>
              <a:rPr lang="id-ID" b="1" dirty="0" err="1"/>
              <a:t>Splitter</a:t>
            </a:r>
            <a:r>
              <a:rPr lang="id-ID" dirty="0"/>
              <a:t>: Memecah dokumen menjadi segmen-segmen informasi kecil (</a:t>
            </a:r>
            <a:r>
              <a:rPr lang="id-ID" i="1" dirty="0" err="1"/>
              <a:t>chunking</a:t>
            </a:r>
            <a:r>
              <a:rPr lang="id-ID" dirty="0"/>
              <a:t>).</a:t>
            </a:r>
          </a:p>
          <a:p>
            <a:pPr lvl="0"/>
            <a:r>
              <a:rPr lang="id-ID" b="1" dirty="0" err="1"/>
              <a:t>Embeddings</a:t>
            </a:r>
            <a:r>
              <a:rPr lang="id-ID" b="1" dirty="0"/>
              <a:t> Google Gemini</a:t>
            </a:r>
            <a:r>
              <a:rPr lang="id-ID" dirty="0"/>
              <a:t>: Mengubah teks menjadi format vektor numerik.</a:t>
            </a:r>
          </a:p>
          <a:p>
            <a:pPr lvl="0"/>
            <a:r>
              <a:rPr lang="id-ID" b="1" dirty="0" err="1"/>
              <a:t>Simple</a:t>
            </a:r>
            <a:r>
              <a:rPr lang="id-ID" b="1" dirty="0"/>
              <a:t> </a:t>
            </a:r>
            <a:r>
              <a:rPr lang="id-ID" b="1" dirty="0" err="1"/>
              <a:t>Vector</a:t>
            </a:r>
            <a:r>
              <a:rPr lang="id-ID" b="1" dirty="0"/>
              <a:t> Store</a:t>
            </a:r>
            <a:r>
              <a:rPr lang="id-ID" dirty="0"/>
              <a:t>: Menyimpan skema pengetahuan produk ke memori n8n untuk dipanggil AI saat dibutuhkan.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5426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56A0-6E12-07FA-C633-E0C28D3E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dirty="0"/>
              <a:t>Arsitektur n8n: Pemrosesan Percakapan AI </a:t>
            </a:r>
            <a:r>
              <a:rPr lang="id-ID" dirty="0" err="1"/>
              <a:t>Agent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3B06-B1F6-D183-880B-7CDAD00D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b="1" dirty="0"/>
              <a:t>Telegram </a:t>
            </a:r>
            <a:r>
              <a:rPr lang="id-ID" b="1" dirty="0" err="1"/>
              <a:t>Trigger</a:t>
            </a:r>
            <a:r>
              <a:rPr lang="id-ID" dirty="0"/>
              <a:t>: Menangkap pesan masuk dari calon pembeli.</a:t>
            </a:r>
          </a:p>
          <a:p>
            <a:pPr lvl="0"/>
            <a:r>
              <a:rPr lang="id-ID" b="1" dirty="0"/>
              <a:t>AI </a:t>
            </a:r>
            <a:r>
              <a:rPr lang="id-ID" b="1" dirty="0" err="1"/>
              <a:t>Agent</a:t>
            </a:r>
            <a:r>
              <a:rPr lang="id-ID" b="1" dirty="0"/>
              <a:t> &amp; Gemini </a:t>
            </a:r>
            <a:r>
              <a:rPr lang="id-ID" b="1" dirty="0" err="1"/>
              <a:t>Chat</a:t>
            </a:r>
            <a:r>
              <a:rPr lang="id-ID" b="1" dirty="0"/>
              <a:t> Model</a:t>
            </a:r>
            <a:r>
              <a:rPr lang="id-ID" dirty="0"/>
              <a:t>: Memahami maksud pesan + mengingat riwayat </a:t>
            </a:r>
            <a:r>
              <a:rPr lang="id-ID" dirty="0" err="1"/>
              <a:t>chat</a:t>
            </a:r>
            <a:r>
              <a:rPr lang="id-ID" dirty="0"/>
              <a:t> via </a:t>
            </a:r>
            <a:r>
              <a:rPr lang="id-ID" i="1" dirty="0" err="1"/>
              <a:t>Simple</a:t>
            </a:r>
            <a:r>
              <a:rPr lang="id-ID" i="1" dirty="0"/>
              <a:t> </a:t>
            </a:r>
            <a:r>
              <a:rPr lang="id-ID" i="1" dirty="0" err="1"/>
              <a:t>Memory</a:t>
            </a:r>
            <a:r>
              <a:rPr lang="id-ID" dirty="0"/>
              <a:t>.</a:t>
            </a:r>
          </a:p>
          <a:p>
            <a:pPr lvl="0"/>
            <a:r>
              <a:rPr lang="id-ID" b="1" dirty="0" err="1"/>
              <a:t>Tool</a:t>
            </a:r>
            <a:r>
              <a:rPr lang="id-ID" b="1" dirty="0"/>
              <a:t> </a:t>
            </a:r>
            <a:r>
              <a:rPr lang="id-ID" b="1" dirty="0" err="1"/>
              <a:t>Calling</a:t>
            </a:r>
            <a:r>
              <a:rPr lang="id-ID" dirty="0"/>
              <a:t>:</a:t>
            </a:r>
          </a:p>
          <a:p>
            <a:pPr lvl="1"/>
            <a:r>
              <a:rPr lang="id-ID" dirty="0" err="1"/>
              <a:t>Query</a:t>
            </a:r>
            <a:r>
              <a:rPr lang="id-ID" dirty="0"/>
              <a:t> Data </a:t>
            </a:r>
            <a:r>
              <a:rPr lang="id-ID" dirty="0" err="1"/>
              <a:t>Tool</a:t>
            </a:r>
            <a:r>
              <a:rPr lang="id-ID" dirty="0"/>
              <a:t>: Mengambil jawaban dari </a:t>
            </a:r>
            <a:r>
              <a:rPr lang="id-ID" dirty="0" err="1"/>
              <a:t>Vector</a:t>
            </a:r>
            <a:r>
              <a:rPr lang="id-ID" dirty="0"/>
              <a:t> Store.</a:t>
            </a:r>
          </a:p>
          <a:p>
            <a:pPr lvl="1"/>
            <a:r>
              <a:rPr lang="id-ID" dirty="0" err="1"/>
              <a:t>ambil_semua_data_produk</a:t>
            </a:r>
            <a:r>
              <a:rPr lang="id-ID" dirty="0"/>
              <a:t> / </a:t>
            </a:r>
            <a:r>
              <a:rPr lang="id-ID" dirty="0" err="1"/>
              <a:t>catat_status</a:t>
            </a:r>
            <a:r>
              <a:rPr lang="id-ID" dirty="0"/>
              <a:t>: Membaca katalog dan mencatat status minat pembeli ke Google </a:t>
            </a:r>
            <a:r>
              <a:rPr lang="id-ID" dirty="0" err="1"/>
              <a:t>Sheets</a:t>
            </a:r>
            <a:r>
              <a:rPr lang="id-ID" dirty="0"/>
              <a:t>.</a:t>
            </a:r>
          </a:p>
          <a:p>
            <a:pPr lvl="0"/>
            <a:r>
              <a:rPr lang="id-ID" b="1" dirty="0" err="1"/>
              <a:t>Send</a:t>
            </a:r>
            <a:r>
              <a:rPr lang="id-ID" b="1" dirty="0"/>
              <a:t> </a:t>
            </a:r>
            <a:r>
              <a:rPr lang="id-ID" b="1" dirty="0" err="1"/>
              <a:t>Text</a:t>
            </a:r>
            <a:r>
              <a:rPr lang="id-ID" b="1" dirty="0"/>
              <a:t> </a:t>
            </a:r>
            <a:r>
              <a:rPr lang="id-ID" b="1" dirty="0" err="1"/>
              <a:t>Message</a:t>
            </a:r>
            <a:r>
              <a:rPr lang="id-ID" dirty="0"/>
              <a:t>: Mengirimkan balasan otomatis &amp; </a:t>
            </a:r>
            <a:r>
              <a:rPr lang="id-ID" dirty="0" err="1"/>
              <a:t>link</a:t>
            </a:r>
            <a:r>
              <a:rPr lang="id-ID" dirty="0"/>
              <a:t> </a:t>
            </a:r>
            <a:r>
              <a:rPr lang="id-ID" dirty="0" err="1"/>
              <a:t>checkout</a:t>
            </a:r>
            <a:r>
              <a:rPr lang="id-ID" dirty="0"/>
              <a:t> kembali ke Telegram pelanggan.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827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FB3E-2702-74BA-808D-DA424D35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Outputnya</a:t>
            </a:r>
            <a:r>
              <a:rPr lang="en-US" dirty="0"/>
              <a:t> </a:t>
            </a:r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665FB-30B6-1EBF-7E25-62328BEAE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25" y="2266100"/>
            <a:ext cx="9942513" cy="404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5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0396-E13D-857B-E388-75417401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lewat</a:t>
            </a:r>
            <a:r>
              <a:rPr lang="en-US" dirty="0"/>
              <a:t> link</a:t>
            </a:r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2FC21C-6E66-764D-FC1E-708209B21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25" y="2195335"/>
            <a:ext cx="9942513" cy="418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94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85B-6B83-842A-715A-AD44EBFB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89" y="545049"/>
            <a:ext cx="9942409" cy="876193"/>
          </a:xfrm>
        </p:spPr>
        <p:txBody>
          <a:bodyPr/>
          <a:lstStyle/>
          <a:p>
            <a:pPr algn="ctr"/>
            <a:r>
              <a:rPr lang="en-US" dirty="0"/>
              <a:t>Data sheet </a:t>
            </a:r>
            <a:r>
              <a:rPr lang="en-US" dirty="0" err="1"/>
              <a:t>catat_status</a:t>
            </a:r>
            <a:r>
              <a:rPr lang="en-US" dirty="0"/>
              <a:t> dan </a:t>
            </a:r>
            <a:r>
              <a:rPr lang="en-US" dirty="0" err="1"/>
              <a:t>catat</a:t>
            </a:r>
            <a:r>
              <a:rPr lang="en-US" dirty="0"/>
              <a:t> 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1FACB-5124-8795-FE58-98D27E88B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059" y="1551606"/>
            <a:ext cx="9169871" cy="2140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49B64-262A-DC7A-74B1-512D2BBA3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4" y="3952393"/>
            <a:ext cx="12116423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5464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14</TotalTime>
  <Words>411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Film Burn</vt:lpstr>
      <vt:lpstr>Otomatisasi Customer Service</vt:lpstr>
      <vt:lpstr>Background Masalah &amp; Urgensi Otomatisasi</vt:lpstr>
      <vt:lpstr>Alur Kampanye Penjualan (Instagram ke Telegram)</vt:lpstr>
      <vt:lpstr>Arsitektur n8n</vt:lpstr>
      <vt:lpstr>Arsitektur n8n: Penyiapan Basis Data (Vector Store)</vt:lpstr>
      <vt:lpstr>Arsitektur n8n: Pemrosesan Percakapan AI Agent</vt:lpstr>
      <vt:lpstr>Outputnya </vt:lpstr>
      <vt:lpstr>Pembayaran lewat link</vt:lpstr>
      <vt:lpstr>Data sheet catat_status dan catat  semua produk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Zani Fazri Mia</dc:creator>
  <cp:lastModifiedBy>Zani Fazri Mia</cp:lastModifiedBy>
  <cp:revision>1</cp:revision>
  <dcterms:created xsi:type="dcterms:W3CDTF">2026-10-01T15:23:49Z</dcterms:created>
  <dcterms:modified xsi:type="dcterms:W3CDTF">2026-10-01T15:38:32Z</dcterms:modified>
</cp:coreProperties>
</file>